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24"/>
    <p:restoredTop sz="94681"/>
  </p:normalViewPr>
  <p:slideViewPr>
    <p:cSldViewPr snapToGrid="0" snapToObjects="1">
      <p:cViewPr>
        <p:scale>
          <a:sx n="185" d="100"/>
          <a:sy n="185" d="100"/>
        </p:scale>
        <p:origin x="-424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98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8A99A-FC24-72A4-6785-0A482F66F87D}"/>
              </a:ext>
            </a:extLst>
          </p:cNvPr>
          <p:cNvSpPr txBox="1"/>
          <p:nvPr/>
        </p:nvSpPr>
        <p:spPr>
          <a:xfrm rot="1781885">
            <a:off x="6130242" y="1314133"/>
            <a:ext cx="1351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bg1">
                    <a:lumMod val="65000"/>
                  </a:schemeClr>
                </a:solidFill>
                <a:latin typeface="Ropest PERSONAL USE ONLY" pitchFamily="2" charset="77"/>
              </a:rPr>
              <a:t>metabasket</a:t>
            </a:r>
            <a:endParaRPr lang="en-US" sz="1600" dirty="0">
              <a:solidFill>
                <a:schemeClr val="bg1">
                  <a:lumMod val="65000"/>
                </a:schemeClr>
              </a:solidFill>
              <a:latin typeface="Ropest PERSONAL USE ONL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18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Fira Sans</vt:lpstr>
      <vt:lpstr>Ropest PERSONAL USE ONLY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Gerke, Travis</cp:lastModifiedBy>
  <cp:revision>18</cp:revision>
  <dcterms:created xsi:type="dcterms:W3CDTF">2018-03-31T22:20:45Z</dcterms:created>
  <dcterms:modified xsi:type="dcterms:W3CDTF">2025-11-08T06:16:51Z</dcterms:modified>
</cp:coreProperties>
</file>